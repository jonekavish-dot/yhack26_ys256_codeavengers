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6" d="100"/>
          <a:sy n="56" d="100"/>
        </p:scale>
        <p:origin x="61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</TotalTime>
  <Words>0</Words>
  <Application>Microsoft Office PowerPoint</Application>
  <PresentationFormat>Custom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KAVISH JONE (KJ)</dc:creator>
  <cp:keywords/>
  <dc:description>generated using python-pptx</dc:description>
  <cp:lastModifiedBy>Kavish Jone</cp:lastModifiedBy>
  <cp:revision>3</cp:revision>
  <dcterms:created xsi:type="dcterms:W3CDTF">2013-01-27T09:14:16Z</dcterms:created>
  <dcterms:modified xsi:type="dcterms:W3CDTF">2026-09-10T17:09:32Z</dcterms:modified>
  <cp:category/>
</cp:coreProperties>
</file>